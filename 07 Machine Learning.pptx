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71" r:id="rId4"/>
    <p:sldId id="289" r:id="rId5"/>
    <p:sldId id="285" r:id="rId6"/>
    <p:sldId id="286" r:id="rId7"/>
    <p:sldId id="287" r:id="rId8"/>
    <p:sldId id="284" r:id="rId9"/>
    <p:sldId id="291" r:id="rId10"/>
    <p:sldId id="29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3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AA6E0B-5D22-E74C-9FB2-8ED64BF8BC7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354098-B18A-C047-B54C-0A53E58FAD29}">
      <dgm:prSet phldrT="[Text]"/>
      <dgm:spPr/>
      <dgm:t>
        <a:bodyPr/>
        <a:lstStyle/>
        <a:p>
          <a:r>
            <a:rPr lang="en-US" dirty="0"/>
            <a:t>Classification</a:t>
          </a:r>
        </a:p>
      </dgm:t>
    </dgm:pt>
    <dgm:pt modelId="{ECCD5D65-B9A4-B748-8699-02E1AAFCA8AE}" type="parTrans" cxnId="{2DA67BCC-37F3-D640-9007-73CE0A2AB4A5}">
      <dgm:prSet/>
      <dgm:spPr/>
      <dgm:t>
        <a:bodyPr/>
        <a:lstStyle/>
        <a:p>
          <a:endParaRPr lang="en-US"/>
        </a:p>
      </dgm:t>
    </dgm:pt>
    <dgm:pt modelId="{7E2A8A42-AB82-CB44-9248-45378A44EE4A}" type="sibTrans" cxnId="{2DA67BCC-37F3-D640-9007-73CE0A2AB4A5}">
      <dgm:prSet/>
      <dgm:spPr/>
      <dgm:t>
        <a:bodyPr/>
        <a:lstStyle/>
        <a:p>
          <a:endParaRPr lang="en-US"/>
        </a:p>
      </dgm:t>
    </dgm:pt>
    <dgm:pt modelId="{C37F2CDA-5A4A-F343-BB36-1A92D1E4DF12}">
      <dgm:prSet phldrT="[Text]"/>
      <dgm:spPr/>
      <dgm:t>
        <a:bodyPr/>
        <a:lstStyle/>
        <a:p>
          <a:r>
            <a:rPr lang="en-US" dirty="0"/>
            <a:t>Binary</a:t>
          </a:r>
        </a:p>
      </dgm:t>
    </dgm:pt>
    <dgm:pt modelId="{017DEB7B-3ABF-4C48-822A-35FBF84ABCED}" type="parTrans" cxnId="{ED479084-8395-994F-83F6-C6D02753EBE6}">
      <dgm:prSet/>
      <dgm:spPr/>
      <dgm:t>
        <a:bodyPr/>
        <a:lstStyle/>
        <a:p>
          <a:endParaRPr lang="en-US"/>
        </a:p>
      </dgm:t>
    </dgm:pt>
    <dgm:pt modelId="{46282FC9-0FEF-9346-9C51-39EFD9B51301}" type="sibTrans" cxnId="{ED479084-8395-994F-83F6-C6D02753EBE6}">
      <dgm:prSet/>
      <dgm:spPr/>
      <dgm:t>
        <a:bodyPr/>
        <a:lstStyle/>
        <a:p>
          <a:endParaRPr lang="en-US"/>
        </a:p>
      </dgm:t>
    </dgm:pt>
    <dgm:pt modelId="{9F3C9BCE-2D8D-D84D-8FA3-D54D173EFDDC}">
      <dgm:prSet phldrT="[Text]"/>
      <dgm:spPr/>
      <dgm:t>
        <a:bodyPr/>
        <a:lstStyle/>
        <a:p>
          <a:r>
            <a:rPr lang="en-US" dirty="0"/>
            <a:t>Multi-class</a:t>
          </a:r>
        </a:p>
      </dgm:t>
    </dgm:pt>
    <dgm:pt modelId="{2A870828-5480-494B-B104-80DB0944328F}" type="parTrans" cxnId="{A0780F97-C45E-7144-9725-925BC12EEFA9}">
      <dgm:prSet/>
      <dgm:spPr/>
      <dgm:t>
        <a:bodyPr/>
        <a:lstStyle/>
        <a:p>
          <a:endParaRPr lang="en-US"/>
        </a:p>
      </dgm:t>
    </dgm:pt>
    <dgm:pt modelId="{9FA73F53-CA62-4548-85E1-EBA6225B87C4}" type="sibTrans" cxnId="{A0780F97-C45E-7144-9725-925BC12EEFA9}">
      <dgm:prSet/>
      <dgm:spPr/>
      <dgm:t>
        <a:bodyPr/>
        <a:lstStyle/>
        <a:p>
          <a:endParaRPr lang="en-US"/>
        </a:p>
      </dgm:t>
    </dgm:pt>
    <dgm:pt modelId="{AEDD5BB7-18A2-1B46-85B3-5DA176CBE39F}" type="pres">
      <dgm:prSet presAssocID="{27AA6E0B-5D22-E74C-9FB2-8ED64BF8BC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E49DD61-EF07-784E-8953-3F56E8E48AED}" type="pres">
      <dgm:prSet presAssocID="{AF354098-B18A-C047-B54C-0A53E58FAD29}" presName="hierRoot1" presStyleCnt="0">
        <dgm:presLayoutVars>
          <dgm:hierBranch val="init"/>
        </dgm:presLayoutVars>
      </dgm:prSet>
      <dgm:spPr/>
    </dgm:pt>
    <dgm:pt modelId="{BB40C015-19E8-074B-B68B-D86CA15C046B}" type="pres">
      <dgm:prSet presAssocID="{AF354098-B18A-C047-B54C-0A53E58FAD29}" presName="rootComposite1" presStyleCnt="0"/>
      <dgm:spPr/>
    </dgm:pt>
    <dgm:pt modelId="{596D8A73-026C-2647-AB47-E1BEFD11E878}" type="pres">
      <dgm:prSet presAssocID="{AF354098-B18A-C047-B54C-0A53E58FAD29}" presName="rootText1" presStyleLbl="node0" presStyleIdx="0" presStyleCnt="1">
        <dgm:presLayoutVars>
          <dgm:chPref val="3"/>
        </dgm:presLayoutVars>
      </dgm:prSet>
      <dgm:spPr/>
    </dgm:pt>
    <dgm:pt modelId="{BE6ECFC9-8E9B-C042-BD9B-571DD8039B1A}" type="pres">
      <dgm:prSet presAssocID="{AF354098-B18A-C047-B54C-0A53E58FAD29}" presName="rootConnector1" presStyleLbl="node1" presStyleIdx="0" presStyleCnt="0"/>
      <dgm:spPr/>
    </dgm:pt>
    <dgm:pt modelId="{99547B65-EF0D-CC4B-A1F2-893D4C32CB9C}" type="pres">
      <dgm:prSet presAssocID="{AF354098-B18A-C047-B54C-0A53E58FAD29}" presName="hierChild2" presStyleCnt="0"/>
      <dgm:spPr/>
    </dgm:pt>
    <dgm:pt modelId="{3573C663-5A04-9B4B-91F6-67C39BA2F555}" type="pres">
      <dgm:prSet presAssocID="{017DEB7B-3ABF-4C48-822A-35FBF84ABCED}" presName="Name37" presStyleLbl="parChTrans1D2" presStyleIdx="0" presStyleCnt="2"/>
      <dgm:spPr/>
    </dgm:pt>
    <dgm:pt modelId="{A73D2BF6-8295-DF47-A597-73B8EC1336F2}" type="pres">
      <dgm:prSet presAssocID="{C37F2CDA-5A4A-F343-BB36-1A92D1E4DF12}" presName="hierRoot2" presStyleCnt="0">
        <dgm:presLayoutVars>
          <dgm:hierBranch val="init"/>
        </dgm:presLayoutVars>
      </dgm:prSet>
      <dgm:spPr/>
    </dgm:pt>
    <dgm:pt modelId="{AAAFD736-E4D4-7446-8336-8C6AA7E98CDD}" type="pres">
      <dgm:prSet presAssocID="{C37F2CDA-5A4A-F343-BB36-1A92D1E4DF12}" presName="rootComposite" presStyleCnt="0"/>
      <dgm:spPr/>
    </dgm:pt>
    <dgm:pt modelId="{5D070976-5586-E346-8CD4-23196589C531}" type="pres">
      <dgm:prSet presAssocID="{C37F2CDA-5A4A-F343-BB36-1A92D1E4DF12}" presName="rootText" presStyleLbl="node2" presStyleIdx="0" presStyleCnt="2">
        <dgm:presLayoutVars>
          <dgm:chPref val="3"/>
        </dgm:presLayoutVars>
      </dgm:prSet>
      <dgm:spPr/>
    </dgm:pt>
    <dgm:pt modelId="{569B639B-A821-7B41-93F2-BA218035E86B}" type="pres">
      <dgm:prSet presAssocID="{C37F2CDA-5A4A-F343-BB36-1A92D1E4DF12}" presName="rootConnector" presStyleLbl="node2" presStyleIdx="0" presStyleCnt="2"/>
      <dgm:spPr/>
    </dgm:pt>
    <dgm:pt modelId="{59ABEFE9-25D6-2845-892C-7475E44E8922}" type="pres">
      <dgm:prSet presAssocID="{C37F2CDA-5A4A-F343-BB36-1A92D1E4DF12}" presName="hierChild4" presStyleCnt="0"/>
      <dgm:spPr/>
    </dgm:pt>
    <dgm:pt modelId="{0DF5C1DB-AA5F-6C4B-868D-47C304F31453}" type="pres">
      <dgm:prSet presAssocID="{C37F2CDA-5A4A-F343-BB36-1A92D1E4DF12}" presName="hierChild5" presStyleCnt="0"/>
      <dgm:spPr/>
    </dgm:pt>
    <dgm:pt modelId="{2BE5CA8C-7A02-684F-B28A-F7DE69425815}" type="pres">
      <dgm:prSet presAssocID="{2A870828-5480-494B-B104-80DB0944328F}" presName="Name37" presStyleLbl="parChTrans1D2" presStyleIdx="1" presStyleCnt="2"/>
      <dgm:spPr/>
    </dgm:pt>
    <dgm:pt modelId="{C6E4D02A-EBAB-2B42-8890-2A07DD207388}" type="pres">
      <dgm:prSet presAssocID="{9F3C9BCE-2D8D-D84D-8FA3-D54D173EFDDC}" presName="hierRoot2" presStyleCnt="0">
        <dgm:presLayoutVars>
          <dgm:hierBranch val="init"/>
        </dgm:presLayoutVars>
      </dgm:prSet>
      <dgm:spPr/>
    </dgm:pt>
    <dgm:pt modelId="{06FB3B1E-9AD7-9D4D-A3A0-89215C09BE87}" type="pres">
      <dgm:prSet presAssocID="{9F3C9BCE-2D8D-D84D-8FA3-D54D173EFDDC}" presName="rootComposite" presStyleCnt="0"/>
      <dgm:spPr/>
    </dgm:pt>
    <dgm:pt modelId="{0361F4CF-7D20-0D49-82CA-D5A2FF9E713B}" type="pres">
      <dgm:prSet presAssocID="{9F3C9BCE-2D8D-D84D-8FA3-D54D173EFDDC}" presName="rootText" presStyleLbl="node2" presStyleIdx="1" presStyleCnt="2">
        <dgm:presLayoutVars>
          <dgm:chPref val="3"/>
        </dgm:presLayoutVars>
      </dgm:prSet>
      <dgm:spPr/>
    </dgm:pt>
    <dgm:pt modelId="{6D448D9D-760C-8D4F-AE41-27CDC3D4C90D}" type="pres">
      <dgm:prSet presAssocID="{9F3C9BCE-2D8D-D84D-8FA3-D54D173EFDDC}" presName="rootConnector" presStyleLbl="node2" presStyleIdx="1" presStyleCnt="2"/>
      <dgm:spPr/>
    </dgm:pt>
    <dgm:pt modelId="{BA101F08-FBCE-D543-9D01-0DB9608B8E0A}" type="pres">
      <dgm:prSet presAssocID="{9F3C9BCE-2D8D-D84D-8FA3-D54D173EFDDC}" presName="hierChild4" presStyleCnt="0"/>
      <dgm:spPr/>
    </dgm:pt>
    <dgm:pt modelId="{8A80C612-45CC-D948-8E3E-502242DFBE76}" type="pres">
      <dgm:prSet presAssocID="{9F3C9BCE-2D8D-D84D-8FA3-D54D173EFDDC}" presName="hierChild5" presStyleCnt="0"/>
      <dgm:spPr/>
    </dgm:pt>
    <dgm:pt modelId="{0998D56B-D9DD-C946-87EA-82F59777D6B7}" type="pres">
      <dgm:prSet presAssocID="{AF354098-B18A-C047-B54C-0A53E58FAD29}" presName="hierChild3" presStyleCnt="0"/>
      <dgm:spPr/>
    </dgm:pt>
  </dgm:ptLst>
  <dgm:cxnLst>
    <dgm:cxn modelId="{806E4002-826D-C646-9032-D61036EC6627}" type="presOf" srcId="{AF354098-B18A-C047-B54C-0A53E58FAD29}" destId="{596D8A73-026C-2647-AB47-E1BEFD11E878}" srcOrd="0" destOrd="0" presId="urn:microsoft.com/office/officeart/2005/8/layout/orgChart1"/>
    <dgm:cxn modelId="{07ED621C-414E-8943-88B6-ABADE7758CE1}" type="presOf" srcId="{9F3C9BCE-2D8D-D84D-8FA3-D54D173EFDDC}" destId="{6D448D9D-760C-8D4F-AE41-27CDC3D4C90D}" srcOrd="1" destOrd="0" presId="urn:microsoft.com/office/officeart/2005/8/layout/orgChart1"/>
    <dgm:cxn modelId="{67BD4B2B-ED4B-784E-A39B-6032E6BFB744}" type="presOf" srcId="{9F3C9BCE-2D8D-D84D-8FA3-D54D173EFDDC}" destId="{0361F4CF-7D20-0D49-82CA-D5A2FF9E713B}" srcOrd="0" destOrd="0" presId="urn:microsoft.com/office/officeart/2005/8/layout/orgChart1"/>
    <dgm:cxn modelId="{9A99B246-FDF4-C349-9D2E-41104BA2E5BC}" type="presOf" srcId="{AF354098-B18A-C047-B54C-0A53E58FAD29}" destId="{BE6ECFC9-8E9B-C042-BD9B-571DD8039B1A}" srcOrd="1" destOrd="0" presId="urn:microsoft.com/office/officeart/2005/8/layout/orgChart1"/>
    <dgm:cxn modelId="{ED479084-8395-994F-83F6-C6D02753EBE6}" srcId="{AF354098-B18A-C047-B54C-0A53E58FAD29}" destId="{C37F2CDA-5A4A-F343-BB36-1A92D1E4DF12}" srcOrd="0" destOrd="0" parTransId="{017DEB7B-3ABF-4C48-822A-35FBF84ABCED}" sibTransId="{46282FC9-0FEF-9346-9C51-39EFD9B51301}"/>
    <dgm:cxn modelId="{721A958B-EC0D-E347-8555-C107E176BCA4}" type="presOf" srcId="{27AA6E0B-5D22-E74C-9FB2-8ED64BF8BC71}" destId="{AEDD5BB7-18A2-1B46-85B3-5DA176CBE39F}" srcOrd="0" destOrd="0" presId="urn:microsoft.com/office/officeart/2005/8/layout/orgChart1"/>
    <dgm:cxn modelId="{A0780F97-C45E-7144-9725-925BC12EEFA9}" srcId="{AF354098-B18A-C047-B54C-0A53E58FAD29}" destId="{9F3C9BCE-2D8D-D84D-8FA3-D54D173EFDDC}" srcOrd="1" destOrd="0" parTransId="{2A870828-5480-494B-B104-80DB0944328F}" sibTransId="{9FA73F53-CA62-4548-85E1-EBA6225B87C4}"/>
    <dgm:cxn modelId="{9B1A80B3-EFB3-D548-A858-E9CF22C2ADF5}" type="presOf" srcId="{017DEB7B-3ABF-4C48-822A-35FBF84ABCED}" destId="{3573C663-5A04-9B4B-91F6-67C39BA2F555}" srcOrd="0" destOrd="0" presId="urn:microsoft.com/office/officeart/2005/8/layout/orgChart1"/>
    <dgm:cxn modelId="{2DA67BCC-37F3-D640-9007-73CE0A2AB4A5}" srcId="{27AA6E0B-5D22-E74C-9FB2-8ED64BF8BC71}" destId="{AF354098-B18A-C047-B54C-0A53E58FAD29}" srcOrd="0" destOrd="0" parTransId="{ECCD5D65-B9A4-B748-8699-02E1AAFCA8AE}" sibTransId="{7E2A8A42-AB82-CB44-9248-45378A44EE4A}"/>
    <dgm:cxn modelId="{BB092FCD-4F92-CC41-A512-DDAEDE51ECCB}" type="presOf" srcId="{C37F2CDA-5A4A-F343-BB36-1A92D1E4DF12}" destId="{569B639B-A821-7B41-93F2-BA218035E86B}" srcOrd="1" destOrd="0" presId="urn:microsoft.com/office/officeart/2005/8/layout/orgChart1"/>
    <dgm:cxn modelId="{FC0DDEE2-9656-8049-B145-9343EB3E89B1}" type="presOf" srcId="{C37F2CDA-5A4A-F343-BB36-1A92D1E4DF12}" destId="{5D070976-5586-E346-8CD4-23196589C531}" srcOrd="0" destOrd="0" presId="urn:microsoft.com/office/officeart/2005/8/layout/orgChart1"/>
    <dgm:cxn modelId="{032449E6-DE29-B542-8FAE-4BB1DD9AFE5B}" type="presOf" srcId="{2A870828-5480-494B-B104-80DB0944328F}" destId="{2BE5CA8C-7A02-684F-B28A-F7DE69425815}" srcOrd="0" destOrd="0" presId="urn:microsoft.com/office/officeart/2005/8/layout/orgChart1"/>
    <dgm:cxn modelId="{2048B400-ED24-6E4B-A76F-6B2FFE5E95E4}" type="presParOf" srcId="{AEDD5BB7-18A2-1B46-85B3-5DA176CBE39F}" destId="{3E49DD61-EF07-784E-8953-3F56E8E48AED}" srcOrd="0" destOrd="0" presId="urn:microsoft.com/office/officeart/2005/8/layout/orgChart1"/>
    <dgm:cxn modelId="{0510D5F7-B464-C442-933D-EDB52F3B9EE2}" type="presParOf" srcId="{3E49DD61-EF07-784E-8953-3F56E8E48AED}" destId="{BB40C015-19E8-074B-B68B-D86CA15C046B}" srcOrd="0" destOrd="0" presId="urn:microsoft.com/office/officeart/2005/8/layout/orgChart1"/>
    <dgm:cxn modelId="{0F6D55CD-73BA-1941-8F7F-19974396B62D}" type="presParOf" srcId="{BB40C015-19E8-074B-B68B-D86CA15C046B}" destId="{596D8A73-026C-2647-AB47-E1BEFD11E878}" srcOrd="0" destOrd="0" presId="urn:microsoft.com/office/officeart/2005/8/layout/orgChart1"/>
    <dgm:cxn modelId="{CA891797-D3F1-8344-9397-C97023B3E99F}" type="presParOf" srcId="{BB40C015-19E8-074B-B68B-D86CA15C046B}" destId="{BE6ECFC9-8E9B-C042-BD9B-571DD8039B1A}" srcOrd="1" destOrd="0" presId="urn:microsoft.com/office/officeart/2005/8/layout/orgChart1"/>
    <dgm:cxn modelId="{6C3A1855-CFF9-584B-8FBD-59BB97FD86C7}" type="presParOf" srcId="{3E49DD61-EF07-784E-8953-3F56E8E48AED}" destId="{99547B65-EF0D-CC4B-A1F2-893D4C32CB9C}" srcOrd="1" destOrd="0" presId="urn:microsoft.com/office/officeart/2005/8/layout/orgChart1"/>
    <dgm:cxn modelId="{8E433B0E-1FAC-F74C-A8D9-581E7F0BDFDB}" type="presParOf" srcId="{99547B65-EF0D-CC4B-A1F2-893D4C32CB9C}" destId="{3573C663-5A04-9B4B-91F6-67C39BA2F555}" srcOrd="0" destOrd="0" presId="urn:microsoft.com/office/officeart/2005/8/layout/orgChart1"/>
    <dgm:cxn modelId="{19172E6D-713E-3042-A211-1B70B374D8B1}" type="presParOf" srcId="{99547B65-EF0D-CC4B-A1F2-893D4C32CB9C}" destId="{A73D2BF6-8295-DF47-A597-73B8EC1336F2}" srcOrd="1" destOrd="0" presId="urn:microsoft.com/office/officeart/2005/8/layout/orgChart1"/>
    <dgm:cxn modelId="{E245675B-9628-2F46-8C17-8F54F0CC41A5}" type="presParOf" srcId="{A73D2BF6-8295-DF47-A597-73B8EC1336F2}" destId="{AAAFD736-E4D4-7446-8336-8C6AA7E98CDD}" srcOrd="0" destOrd="0" presId="urn:microsoft.com/office/officeart/2005/8/layout/orgChart1"/>
    <dgm:cxn modelId="{31D285FF-2634-894A-A089-E16BA751392D}" type="presParOf" srcId="{AAAFD736-E4D4-7446-8336-8C6AA7E98CDD}" destId="{5D070976-5586-E346-8CD4-23196589C531}" srcOrd="0" destOrd="0" presId="urn:microsoft.com/office/officeart/2005/8/layout/orgChart1"/>
    <dgm:cxn modelId="{C3AFD308-A8AA-0645-A417-0E480B041DF5}" type="presParOf" srcId="{AAAFD736-E4D4-7446-8336-8C6AA7E98CDD}" destId="{569B639B-A821-7B41-93F2-BA218035E86B}" srcOrd="1" destOrd="0" presId="urn:microsoft.com/office/officeart/2005/8/layout/orgChart1"/>
    <dgm:cxn modelId="{4B966501-5C05-2E4B-99EA-F235B3F013A0}" type="presParOf" srcId="{A73D2BF6-8295-DF47-A597-73B8EC1336F2}" destId="{59ABEFE9-25D6-2845-892C-7475E44E8922}" srcOrd="1" destOrd="0" presId="urn:microsoft.com/office/officeart/2005/8/layout/orgChart1"/>
    <dgm:cxn modelId="{1033372B-9368-2B4F-8003-636A5ACDFA84}" type="presParOf" srcId="{A73D2BF6-8295-DF47-A597-73B8EC1336F2}" destId="{0DF5C1DB-AA5F-6C4B-868D-47C304F31453}" srcOrd="2" destOrd="0" presId="urn:microsoft.com/office/officeart/2005/8/layout/orgChart1"/>
    <dgm:cxn modelId="{27153DBF-0FAF-4949-B44A-1B7C37EE3C5C}" type="presParOf" srcId="{99547B65-EF0D-CC4B-A1F2-893D4C32CB9C}" destId="{2BE5CA8C-7A02-684F-B28A-F7DE69425815}" srcOrd="2" destOrd="0" presId="urn:microsoft.com/office/officeart/2005/8/layout/orgChart1"/>
    <dgm:cxn modelId="{C7310620-FE3E-114D-B71E-1ED7C1606A5D}" type="presParOf" srcId="{99547B65-EF0D-CC4B-A1F2-893D4C32CB9C}" destId="{C6E4D02A-EBAB-2B42-8890-2A07DD207388}" srcOrd="3" destOrd="0" presId="urn:microsoft.com/office/officeart/2005/8/layout/orgChart1"/>
    <dgm:cxn modelId="{D4307F03-D869-8F4C-9C82-D7B7A8AC4A4A}" type="presParOf" srcId="{C6E4D02A-EBAB-2B42-8890-2A07DD207388}" destId="{06FB3B1E-9AD7-9D4D-A3A0-89215C09BE87}" srcOrd="0" destOrd="0" presId="urn:microsoft.com/office/officeart/2005/8/layout/orgChart1"/>
    <dgm:cxn modelId="{C38F985C-D856-FE49-98A6-D7B9FF862E9D}" type="presParOf" srcId="{06FB3B1E-9AD7-9D4D-A3A0-89215C09BE87}" destId="{0361F4CF-7D20-0D49-82CA-D5A2FF9E713B}" srcOrd="0" destOrd="0" presId="urn:microsoft.com/office/officeart/2005/8/layout/orgChart1"/>
    <dgm:cxn modelId="{826B1C62-355C-DF46-A296-4F87922ABCF2}" type="presParOf" srcId="{06FB3B1E-9AD7-9D4D-A3A0-89215C09BE87}" destId="{6D448D9D-760C-8D4F-AE41-27CDC3D4C90D}" srcOrd="1" destOrd="0" presId="urn:microsoft.com/office/officeart/2005/8/layout/orgChart1"/>
    <dgm:cxn modelId="{D964A579-7F82-0B46-A10E-76DE695729D2}" type="presParOf" srcId="{C6E4D02A-EBAB-2B42-8890-2A07DD207388}" destId="{BA101F08-FBCE-D543-9D01-0DB9608B8E0A}" srcOrd="1" destOrd="0" presId="urn:microsoft.com/office/officeart/2005/8/layout/orgChart1"/>
    <dgm:cxn modelId="{79E97765-4785-8F48-BAF1-49C59753C4AB}" type="presParOf" srcId="{C6E4D02A-EBAB-2B42-8890-2A07DD207388}" destId="{8A80C612-45CC-D948-8E3E-502242DFBE76}" srcOrd="2" destOrd="0" presId="urn:microsoft.com/office/officeart/2005/8/layout/orgChart1"/>
    <dgm:cxn modelId="{DF2FFD50-A093-5245-98A9-BCA7685C471B}" type="presParOf" srcId="{3E49DD61-EF07-784E-8953-3F56E8E48AED}" destId="{0998D56B-D9DD-C946-87EA-82F59777D6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AA6E0B-5D22-E74C-9FB2-8ED64BF8BC7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354098-B18A-C047-B54C-0A53E58FAD29}">
      <dgm:prSet phldrT="[Text]"/>
      <dgm:spPr/>
      <dgm:t>
        <a:bodyPr/>
        <a:lstStyle/>
        <a:p>
          <a:r>
            <a:rPr lang="en-US" dirty="0"/>
            <a:t>Kernels</a:t>
          </a:r>
        </a:p>
      </dgm:t>
    </dgm:pt>
    <dgm:pt modelId="{ECCD5D65-B9A4-B748-8699-02E1AAFCA8AE}" type="parTrans" cxnId="{2DA67BCC-37F3-D640-9007-73CE0A2AB4A5}">
      <dgm:prSet/>
      <dgm:spPr/>
      <dgm:t>
        <a:bodyPr/>
        <a:lstStyle/>
        <a:p>
          <a:endParaRPr lang="en-US"/>
        </a:p>
      </dgm:t>
    </dgm:pt>
    <dgm:pt modelId="{7E2A8A42-AB82-CB44-9248-45378A44EE4A}" type="sibTrans" cxnId="{2DA67BCC-37F3-D640-9007-73CE0A2AB4A5}">
      <dgm:prSet/>
      <dgm:spPr/>
      <dgm:t>
        <a:bodyPr/>
        <a:lstStyle/>
        <a:p>
          <a:endParaRPr lang="en-US"/>
        </a:p>
      </dgm:t>
    </dgm:pt>
    <dgm:pt modelId="{C37F2CDA-5A4A-F343-BB36-1A92D1E4DF12}">
      <dgm:prSet phldrT="[Text]"/>
      <dgm:spPr/>
      <dgm:t>
        <a:bodyPr/>
        <a:lstStyle/>
        <a:p>
          <a:r>
            <a:rPr lang="en-US" dirty="0"/>
            <a:t>Linear</a:t>
          </a:r>
        </a:p>
        <a:p>
          <a:r>
            <a:rPr lang="en-US" dirty="0"/>
            <a:t>(Straight Line)</a:t>
          </a:r>
        </a:p>
      </dgm:t>
    </dgm:pt>
    <dgm:pt modelId="{017DEB7B-3ABF-4C48-822A-35FBF84ABCED}" type="parTrans" cxnId="{ED479084-8395-994F-83F6-C6D02753EBE6}">
      <dgm:prSet/>
      <dgm:spPr/>
      <dgm:t>
        <a:bodyPr/>
        <a:lstStyle/>
        <a:p>
          <a:endParaRPr lang="en-US"/>
        </a:p>
      </dgm:t>
    </dgm:pt>
    <dgm:pt modelId="{46282FC9-0FEF-9346-9C51-39EFD9B51301}" type="sibTrans" cxnId="{ED479084-8395-994F-83F6-C6D02753EBE6}">
      <dgm:prSet/>
      <dgm:spPr/>
      <dgm:t>
        <a:bodyPr/>
        <a:lstStyle/>
        <a:p>
          <a:endParaRPr lang="en-US"/>
        </a:p>
      </dgm:t>
    </dgm:pt>
    <dgm:pt modelId="{9F3C9BCE-2D8D-D84D-8FA3-D54D173EFDDC}">
      <dgm:prSet phldrT="[Text]"/>
      <dgm:spPr/>
      <dgm:t>
        <a:bodyPr/>
        <a:lstStyle/>
        <a:p>
          <a:r>
            <a:rPr lang="en-US" dirty="0"/>
            <a:t>Polynomial</a:t>
          </a:r>
        </a:p>
        <a:p>
          <a:r>
            <a:rPr lang="en-US" dirty="0"/>
            <a:t>(Curved)	</a:t>
          </a:r>
        </a:p>
      </dgm:t>
    </dgm:pt>
    <dgm:pt modelId="{2A870828-5480-494B-B104-80DB0944328F}" type="parTrans" cxnId="{A0780F97-C45E-7144-9725-925BC12EEFA9}">
      <dgm:prSet/>
      <dgm:spPr/>
      <dgm:t>
        <a:bodyPr/>
        <a:lstStyle/>
        <a:p>
          <a:endParaRPr lang="en-US"/>
        </a:p>
      </dgm:t>
    </dgm:pt>
    <dgm:pt modelId="{9FA73F53-CA62-4548-85E1-EBA6225B87C4}" type="sibTrans" cxnId="{A0780F97-C45E-7144-9725-925BC12EEFA9}">
      <dgm:prSet/>
      <dgm:spPr/>
      <dgm:t>
        <a:bodyPr/>
        <a:lstStyle/>
        <a:p>
          <a:endParaRPr lang="en-US"/>
        </a:p>
      </dgm:t>
    </dgm:pt>
    <dgm:pt modelId="{B9ABCBD1-AFA4-3C40-980D-8A89DCC8C3E3}">
      <dgm:prSet phldrT="[Text]"/>
      <dgm:spPr/>
      <dgm:t>
        <a:bodyPr/>
        <a:lstStyle/>
        <a:p>
          <a:pPr rtl="0"/>
          <a:r>
            <a:rPr lang="en-US" dirty="0"/>
            <a:t>Gaussian “RBF”</a:t>
          </a:r>
        </a:p>
        <a:p>
          <a:pPr rtl="0"/>
          <a:r>
            <a:rPr lang="en-US" dirty="0"/>
            <a:t>(Flexible)</a:t>
          </a:r>
        </a:p>
      </dgm:t>
    </dgm:pt>
    <dgm:pt modelId="{41AB0C51-C974-E84E-8AC3-4645D91F2688}" type="parTrans" cxnId="{A9743A30-FBE4-7C4A-B108-34EBA403554D}">
      <dgm:prSet/>
      <dgm:spPr/>
      <dgm:t>
        <a:bodyPr/>
        <a:lstStyle/>
        <a:p>
          <a:endParaRPr lang="en-US"/>
        </a:p>
      </dgm:t>
    </dgm:pt>
    <dgm:pt modelId="{33FC3C7E-CBD5-B745-98C3-8346075966FB}" type="sibTrans" cxnId="{A9743A30-FBE4-7C4A-B108-34EBA403554D}">
      <dgm:prSet/>
      <dgm:spPr/>
      <dgm:t>
        <a:bodyPr/>
        <a:lstStyle/>
        <a:p>
          <a:endParaRPr lang="en-US"/>
        </a:p>
      </dgm:t>
    </dgm:pt>
    <dgm:pt modelId="{2C53789B-98C8-1741-AAC9-CEA1CC168F73}">
      <dgm:prSet phldrT="[Text]"/>
      <dgm:spPr/>
      <dgm:t>
        <a:bodyPr/>
        <a:lstStyle/>
        <a:p>
          <a:pPr rtl="0"/>
          <a:r>
            <a:rPr lang="en-US" dirty="0"/>
            <a:t>Sigmoid</a:t>
          </a:r>
        </a:p>
        <a:p>
          <a:pPr rtl="0"/>
          <a:r>
            <a:rPr lang="en-US" dirty="0"/>
            <a:t>(Similar to NN)</a:t>
          </a:r>
        </a:p>
      </dgm:t>
    </dgm:pt>
    <dgm:pt modelId="{90E99AD8-10FF-BB40-A13D-0C04F241EC49}" type="parTrans" cxnId="{1654A4BE-961F-934E-BBEC-8955615A1566}">
      <dgm:prSet/>
      <dgm:spPr/>
      <dgm:t>
        <a:bodyPr/>
        <a:lstStyle/>
        <a:p>
          <a:endParaRPr lang="en-US"/>
        </a:p>
      </dgm:t>
    </dgm:pt>
    <dgm:pt modelId="{0D3CE4C2-F340-8F46-B986-6EF69654A7D6}" type="sibTrans" cxnId="{1654A4BE-961F-934E-BBEC-8955615A1566}">
      <dgm:prSet/>
      <dgm:spPr/>
      <dgm:t>
        <a:bodyPr/>
        <a:lstStyle/>
        <a:p>
          <a:endParaRPr lang="en-US"/>
        </a:p>
      </dgm:t>
    </dgm:pt>
    <dgm:pt modelId="{AEDD5BB7-18A2-1B46-85B3-5DA176CBE39F}" type="pres">
      <dgm:prSet presAssocID="{27AA6E0B-5D22-E74C-9FB2-8ED64BF8BC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E49DD61-EF07-784E-8953-3F56E8E48AED}" type="pres">
      <dgm:prSet presAssocID="{AF354098-B18A-C047-B54C-0A53E58FAD29}" presName="hierRoot1" presStyleCnt="0">
        <dgm:presLayoutVars>
          <dgm:hierBranch val="init"/>
        </dgm:presLayoutVars>
      </dgm:prSet>
      <dgm:spPr/>
    </dgm:pt>
    <dgm:pt modelId="{BB40C015-19E8-074B-B68B-D86CA15C046B}" type="pres">
      <dgm:prSet presAssocID="{AF354098-B18A-C047-B54C-0A53E58FAD29}" presName="rootComposite1" presStyleCnt="0"/>
      <dgm:spPr/>
    </dgm:pt>
    <dgm:pt modelId="{596D8A73-026C-2647-AB47-E1BEFD11E878}" type="pres">
      <dgm:prSet presAssocID="{AF354098-B18A-C047-B54C-0A53E58FAD29}" presName="rootText1" presStyleLbl="node0" presStyleIdx="0" presStyleCnt="1">
        <dgm:presLayoutVars>
          <dgm:chPref val="3"/>
        </dgm:presLayoutVars>
      </dgm:prSet>
      <dgm:spPr/>
    </dgm:pt>
    <dgm:pt modelId="{BE6ECFC9-8E9B-C042-BD9B-571DD8039B1A}" type="pres">
      <dgm:prSet presAssocID="{AF354098-B18A-C047-B54C-0A53E58FAD29}" presName="rootConnector1" presStyleLbl="node1" presStyleIdx="0" presStyleCnt="0"/>
      <dgm:spPr/>
    </dgm:pt>
    <dgm:pt modelId="{99547B65-EF0D-CC4B-A1F2-893D4C32CB9C}" type="pres">
      <dgm:prSet presAssocID="{AF354098-B18A-C047-B54C-0A53E58FAD29}" presName="hierChild2" presStyleCnt="0"/>
      <dgm:spPr/>
    </dgm:pt>
    <dgm:pt modelId="{3573C663-5A04-9B4B-91F6-67C39BA2F555}" type="pres">
      <dgm:prSet presAssocID="{017DEB7B-3ABF-4C48-822A-35FBF84ABCED}" presName="Name37" presStyleLbl="parChTrans1D2" presStyleIdx="0" presStyleCnt="4"/>
      <dgm:spPr/>
    </dgm:pt>
    <dgm:pt modelId="{A73D2BF6-8295-DF47-A597-73B8EC1336F2}" type="pres">
      <dgm:prSet presAssocID="{C37F2CDA-5A4A-F343-BB36-1A92D1E4DF12}" presName="hierRoot2" presStyleCnt="0">
        <dgm:presLayoutVars>
          <dgm:hierBranch val="init"/>
        </dgm:presLayoutVars>
      </dgm:prSet>
      <dgm:spPr/>
    </dgm:pt>
    <dgm:pt modelId="{AAAFD736-E4D4-7446-8336-8C6AA7E98CDD}" type="pres">
      <dgm:prSet presAssocID="{C37F2CDA-5A4A-F343-BB36-1A92D1E4DF12}" presName="rootComposite" presStyleCnt="0"/>
      <dgm:spPr/>
    </dgm:pt>
    <dgm:pt modelId="{5D070976-5586-E346-8CD4-23196589C531}" type="pres">
      <dgm:prSet presAssocID="{C37F2CDA-5A4A-F343-BB36-1A92D1E4DF12}" presName="rootText" presStyleLbl="node2" presStyleIdx="0" presStyleCnt="4">
        <dgm:presLayoutVars>
          <dgm:chPref val="3"/>
        </dgm:presLayoutVars>
      </dgm:prSet>
      <dgm:spPr/>
    </dgm:pt>
    <dgm:pt modelId="{569B639B-A821-7B41-93F2-BA218035E86B}" type="pres">
      <dgm:prSet presAssocID="{C37F2CDA-5A4A-F343-BB36-1A92D1E4DF12}" presName="rootConnector" presStyleLbl="node2" presStyleIdx="0" presStyleCnt="4"/>
      <dgm:spPr/>
    </dgm:pt>
    <dgm:pt modelId="{59ABEFE9-25D6-2845-892C-7475E44E8922}" type="pres">
      <dgm:prSet presAssocID="{C37F2CDA-5A4A-F343-BB36-1A92D1E4DF12}" presName="hierChild4" presStyleCnt="0"/>
      <dgm:spPr/>
    </dgm:pt>
    <dgm:pt modelId="{0DF5C1DB-AA5F-6C4B-868D-47C304F31453}" type="pres">
      <dgm:prSet presAssocID="{C37F2CDA-5A4A-F343-BB36-1A92D1E4DF12}" presName="hierChild5" presStyleCnt="0"/>
      <dgm:spPr/>
    </dgm:pt>
    <dgm:pt modelId="{2BE5CA8C-7A02-684F-B28A-F7DE69425815}" type="pres">
      <dgm:prSet presAssocID="{2A870828-5480-494B-B104-80DB0944328F}" presName="Name37" presStyleLbl="parChTrans1D2" presStyleIdx="1" presStyleCnt="4"/>
      <dgm:spPr/>
    </dgm:pt>
    <dgm:pt modelId="{C6E4D02A-EBAB-2B42-8890-2A07DD207388}" type="pres">
      <dgm:prSet presAssocID="{9F3C9BCE-2D8D-D84D-8FA3-D54D173EFDDC}" presName="hierRoot2" presStyleCnt="0">
        <dgm:presLayoutVars>
          <dgm:hierBranch val="init"/>
        </dgm:presLayoutVars>
      </dgm:prSet>
      <dgm:spPr/>
    </dgm:pt>
    <dgm:pt modelId="{06FB3B1E-9AD7-9D4D-A3A0-89215C09BE87}" type="pres">
      <dgm:prSet presAssocID="{9F3C9BCE-2D8D-D84D-8FA3-D54D173EFDDC}" presName="rootComposite" presStyleCnt="0"/>
      <dgm:spPr/>
    </dgm:pt>
    <dgm:pt modelId="{0361F4CF-7D20-0D49-82CA-D5A2FF9E713B}" type="pres">
      <dgm:prSet presAssocID="{9F3C9BCE-2D8D-D84D-8FA3-D54D173EFDDC}" presName="rootText" presStyleLbl="node2" presStyleIdx="1" presStyleCnt="4">
        <dgm:presLayoutVars>
          <dgm:chPref val="3"/>
        </dgm:presLayoutVars>
      </dgm:prSet>
      <dgm:spPr/>
    </dgm:pt>
    <dgm:pt modelId="{6D448D9D-760C-8D4F-AE41-27CDC3D4C90D}" type="pres">
      <dgm:prSet presAssocID="{9F3C9BCE-2D8D-D84D-8FA3-D54D173EFDDC}" presName="rootConnector" presStyleLbl="node2" presStyleIdx="1" presStyleCnt="4"/>
      <dgm:spPr/>
    </dgm:pt>
    <dgm:pt modelId="{BA101F08-FBCE-D543-9D01-0DB9608B8E0A}" type="pres">
      <dgm:prSet presAssocID="{9F3C9BCE-2D8D-D84D-8FA3-D54D173EFDDC}" presName="hierChild4" presStyleCnt="0"/>
      <dgm:spPr/>
    </dgm:pt>
    <dgm:pt modelId="{8A80C612-45CC-D948-8E3E-502242DFBE76}" type="pres">
      <dgm:prSet presAssocID="{9F3C9BCE-2D8D-D84D-8FA3-D54D173EFDDC}" presName="hierChild5" presStyleCnt="0"/>
      <dgm:spPr/>
    </dgm:pt>
    <dgm:pt modelId="{1AD09DEF-7A27-D84B-9262-C99827400873}" type="pres">
      <dgm:prSet presAssocID="{41AB0C51-C974-E84E-8AC3-4645D91F2688}" presName="Name37" presStyleLbl="parChTrans1D2" presStyleIdx="2" presStyleCnt="4"/>
      <dgm:spPr/>
    </dgm:pt>
    <dgm:pt modelId="{8FACFE8F-A47A-774B-AD89-566C53E5F6F8}" type="pres">
      <dgm:prSet presAssocID="{B9ABCBD1-AFA4-3C40-980D-8A89DCC8C3E3}" presName="hierRoot2" presStyleCnt="0">
        <dgm:presLayoutVars>
          <dgm:hierBranch val="init"/>
        </dgm:presLayoutVars>
      </dgm:prSet>
      <dgm:spPr/>
    </dgm:pt>
    <dgm:pt modelId="{D91706B2-9C4A-A44B-9750-564C061D92D0}" type="pres">
      <dgm:prSet presAssocID="{B9ABCBD1-AFA4-3C40-980D-8A89DCC8C3E3}" presName="rootComposite" presStyleCnt="0"/>
      <dgm:spPr/>
    </dgm:pt>
    <dgm:pt modelId="{55FF49C9-5F1B-4C45-9C20-D204508A8A90}" type="pres">
      <dgm:prSet presAssocID="{B9ABCBD1-AFA4-3C40-980D-8A89DCC8C3E3}" presName="rootText" presStyleLbl="node2" presStyleIdx="2" presStyleCnt="4">
        <dgm:presLayoutVars>
          <dgm:chPref val="3"/>
        </dgm:presLayoutVars>
      </dgm:prSet>
      <dgm:spPr/>
    </dgm:pt>
    <dgm:pt modelId="{3FA60716-0F2C-3541-814C-E0898AE1E420}" type="pres">
      <dgm:prSet presAssocID="{B9ABCBD1-AFA4-3C40-980D-8A89DCC8C3E3}" presName="rootConnector" presStyleLbl="node2" presStyleIdx="2" presStyleCnt="4"/>
      <dgm:spPr/>
    </dgm:pt>
    <dgm:pt modelId="{C8B2CA61-8D31-5840-9D83-F80DE1639C99}" type="pres">
      <dgm:prSet presAssocID="{B9ABCBD1-AFA4-3C40-980D-8A89DCC8C3E3}" presName="hierChild4" presStyleCnt="0"/>
      <dgm:spPr/>
    </dgm:pt>
    <dgm:pt modelId="{A6BCF41C-E436-C845-B5B1-4BC792D05FC5}" type="pres">
      <dgm:prSet presAssocID="{B9ABCBD1-AFA4-3C40-980D-8A89DCC8C3E3}" presName="hierChild5" presStyleCnt="0"/>
      <dgm:spPr/>
    </dgm:pt>
    <dgm:pt modelId="{E91B7127-460D-C44C-B15D-110EA3C308D0}" type="pres">
      <dgm:prSet presAssocID="{90E99AD8-10FF-BB40-A13D-0C04F241EC49}" presName="Name37" presStyleLbl="parChTrans1D2" presStyleIdx="3" presStyleCnt="4"/>
      <dgm:spPr/>
    </dgm:pt>
    <dgm:pt modelId="{6CE3A81F-43A9-F346-BEE0-A498087B74A5}" type="pres">
      <dgm:prSet presAssocID="{2C53789B-98C8-1741-AAC9-CEA1CC168F73}" presName="hierRoot2" presStyleCnt="0">
        <dgm:presLayoutVars>
          <dgm:hierBranch val="init"/>
        </dgm:presLayoutVars>
      </dgm:prSet>
      <dgm:spPr/>
    </dgm:pt>
    <dgm:pt modelId="{F9098ABF-3C5A-7541-BDBF-67D40ACC454E}" type="pres">
      <dgm:prSet presAssocID="{2C53789B-98C8-1741-AAC9-CEA1CC168F73}" presName="rootComposite" presStyleCnt="0"/>
      <dgm:spPr/>
    </dgm:pt>
    <dgm:pt modelId="{FC6AE7BC-8530-1B47-96CB-02C54596C699}" type="pres">
      <dgm:prSet presAssocID="{2C53789B-98C8-1741-AAC9-CEA1CC168F73}" presName="rootText" presStyleLbl="node2" presStyleIdx="3" presStyleCnt="4">
        <dgm:presLayoutVars>
          <dgm:chPref val="3"/>
        </dgm:presLayoutVars>
      </dgm:prSet>
      <dgm:spPr/>
    </dgm:pt>
    <dgm:pt modelId="{8C484381-30DF-F94C-A186-2AE9E2D8D911}" type="pres">
      <dgm:prSet presAssocID="{2C53789B-98C8-1741-AAC9-CEA1CC168F73}" presName="rootConnector" presStyleLbl="node2" presStyleIdx="3" presStyleCnt="4"/>
      <dgm:spPr/>
    </dgm:pt>
    <dgm:pt modelId="{5F24F811-4FBF-D944-B1C3-56C366C7F09C}" type="pres">
      <dgm:prSet presAssocID="{2C53789B-98C8-1741-AAC9-CEA1CC168F73}" presName="hierChild4" presStyleCnt="0"/>
      <dgm:spPr/>
    </dgm:pt>
    <dgm:pt modelId="{FF9B6DCF-C5C4-0240-9F71-DA1D67D0BA00}" type="pres">
      <dgm:prSet presAssocID="{2C53789B-98C8-1741-AAC9-CEA1CC168F73}" presName="hierChild5" presStyleCnt="0"/>
      <dgm:spPr/>
    </dgm:pt>
    <dgm:pt modelId="{0998D56B-D9DD-C946-87EA-82F59777D6B7}" type="pres">
      <dgm:prSet presAssocID="{AF354098-B18A-C047-B54C-0A53E58FAD29}" presName="hierChild3" presStyleCnt="0"/>
      <dgm:spPr/>
    </dgm:pt>
  </dgm:ptLst>
  <dgm:cxnLst>
    <dgm:cxn modelId="{806E4002-826D-C646-9032-D61036EC6627}" type="presOf" srcId="{AF354098-B18A-C047-B54C-0A53E58FAD29}" destId="{596D8A73-026C-2647-AB47-E1BEFD11E878}" srcOrd="0" destOrd="0" presId="urn:microsoft.com/office/officeart/2005/8/layout/orgChart1"/>
    <dgm:cxn modelId="{0A2A2C11-9E27-3946-AEFC-232572BAA050}" type="presOf" srcId="{B9ABCBD1-AFA4-3C40-980D-8A89DCC8C3E3}" destId="{55FF49C9-5F1B-4C45-9C20-D204508A8A90}" srcOrd="0" destOrd="0" presId="urn:microsoft.com/office/officeart/2005/8/layout/orgChart1"/>
    <dgm:cxn modelId="{07ED621C-414E-8943-88B6-ABADE7758CE1}" type="presOf" srcId="{9F3C9BCE-2D8D-D84D-8FA3-D54D173EFDDC}" destId="{6D448D9D-760C-8D4F-AE41-27CDC3D4C90D}" srcOrd="1" destOrd="0" presId="urn:microsoft.com/office/officeart/2005/8/layout/orgChart1"/>
    <dgm:cxn modelId="{07815127-9A57-0345-BE50-7C3B860D008B}" type="presOf" srcId="{B9ABCBD1-AFA4-3C40-980D-8A89DCC8C3E3}" destId="{3FA60716-0F2C-3541-814C-E0898AE1E420}" srcOrd="1" destOrd="0" presId="urn:microsoft.com/office/officeart/2005/8/layout/orgChart1"/>
    <dgm:cxn modelId="{67BD4B2B-ED4B-784E-A39B-6032E6BFB744}" type="presOf" srcId="{9F3C9BCE-2D8D-D84D-8FA3-D54D173EFDDC}" destId="{0361F4CF-7D20-0D49-82CA-D5A2FF9E713B}" srcOrd="0" destOrd="0" presId="urn:microsoft.com/office/officeart/2005/8/layout/orgChart1"/>
    <dgm:cxn modelId="{A9743A30-FBE4-7C4A-B108-34EBA403554D}" srcId="{AF354098-B18A-C047-B54C-0A53E58FAD29}" destId="{B9ABCBD1-AFA4-3C40-980D-8A89DCC8C3E3}" srcOrd="2" destOrd="0" parTransId="{41AB0C51-C974-E84E-8AC3-4645D91F2688}" sibTransId="{33FC3C7E-CBD5-B745-98C3-8346075966FB}"/>
    <dgm:cxn modelId="{BEC29E31-B383-AF4E-A9A3-ED87FAB9C25E}" type="presOf" srcId="{2C53789B-98C8-1741-AAC9-CEA1CC168F73}" destId="{FC6AE7BC-8530-1B47-96CB-02C54596C699}" srcOrd="0" destOrd="0" presId="urn:microsoft.com/office/officeart/2005/8/layout/orgChart1"/>
    <dgm:cxn modelId="{9A99B246-FDF4-C349-9D2E-41104BA2E5BC}" type="presOf" srcId="{AF354098-B18A-C047-B54C-0A53E58FAD29}" destId="{BE6ECFC9-8E9B-C042-BD9B-571DD8039B1A}" srcOrd="1" destOrd="0" presId="urn:microsoft.com/office/officeart/2005/8/layout/orgChart1"/>
    <dgm:cxn modelId="{97AE7F74-7D76-2A41-A128-666C6DF20151}" type="presOf" srcId="{2C53789B-98C8-1741-AAC9-CEA1CC168F73}" destId="{8C484381-30DF-F94C-A186-2AE9E2D8D911}" srcOrd="1" destOrd="0" presId="urn:microsoft.com/office/officeart/2005/8/layout/orgChart1"/>
    <dgm:cxn modelId="{D4607459-44E2-5E4D-850D-DFD59F962F16}" type="presOf" srcId="{90E99AD8-10FF-BB40-A13D-0C04F241EC49}" destId="{E91B7127-460D-C44C-B15D-110EA3C308D0}" srcOrd="0" destOrd="0" presId="urn:microsoft.com/office/officeart/2005/8/layout/orgChart1"/>
    <dgm:cxn modelId="{ED479084-8395-994F-83F6-C6D02753EBE6}" srcId="{AF354098-B18A-C047-B54C-0A53E58FAD29}" destId="{C37F2CDA-5A4A-F343-BB36-1A92D1E4DF12}" srcOrd="0" destOrd="0" parTransId="{017DEB7B-3ABF-4C48-822A-35FBF84ABCED}" sibTransId="{46282FC9-0FEF-9346-9C51-39EFD9B51301}"/>
    <dgm:cxn modelId="{721A958B-EC0D-E347-8555-C107E176BCA4}" type="presOf" srcId="{27AA6E0B-5D22-E74C-9FB2-8ED64BF8BC71}" destId="{AEDD5BB7-18A2-1B46-85B3-5DA176CBE39F}" srcOrd="0" destOrd="0" presId="urn:microsoft.com/office/officeart/2005/8/layout/orgChart1"/>
    <dgm:cxn modelId="{A0780F97-C45E-7144-9725-925BC12EEFA9}" srcId="{AF354098-B18A-C047-B54C-0A53E58FAD29}" destId="{9F3C9BCE-2D8D-D84D-8FA3-D54D173EFDDC}" srcOrd="1" destOrd="0" parTransId="{2A870828-5480-494B-B104-80DB0944328F}" sibTransId="{9FA73F53-CA62-4548-85E1-EBA6225B87C4}"/>
    <dgm:cxn modelId="{9B1A80B3-EFB3-D548-A858-E9CF22C2ADF5}" type="presOf" srcId="{017DEB7B-3ABF-4C48-822A-35FBF84ABCED}" destId="{3573C663-5A04-9B4B-91F6-67C39BA2F555}" srcOrd="0" destOrd="0" presId="urn:microsoft.com/office/officeart/2005/8/layout/orgChart1"/>
    <dgm:cxn modelId="{1654A4BE-961F-934E-BBEC-8955615A1566}" srcId="{AF354098-B18A-C047-B54C-0A53E58FAD29}" destId="{2C53789B-98C8-1741-AAC9-CEA1CC168F73}" srcOrd="3" destOrd="0" parTransId="{90E99AD8-10FF-BB40-A13D-0C04F241EC49}" sibTransId="{0D3CE4C2-F340-8F46-B986-6EF69654A7D6}"/>
    <dgm:cxn modelId="{2DA67BCC-37F3-D640-9007-73CE0A2AB4A5}" srcId="{27AA6E0B-5D22-E74C-9FB2-8ED64BF8BC71}" destId="{AF354098-B18A-C047-B54C-0A53E58FAD29}" srcOrd="0" destOrd="0" parTransId="{ECCD5D65-B9A4-B748-8699-02E1AAFCA8AE}" sibTransId="{7E2A8A42-AB82-CB44-9248-45378A44EE4A}"/>
    <dgm:cxn modelId="{BB092FCD-4F92-CC41-A512-DDAEDE51ECCB}" type="presOf" srcId="{C37F2CDA-5A4A-F343-BB36-1A92D1E4DF12}" destId="{569B639B-A821-7B41-93F2-BA218035E86B}" srcOrd="1" destOrd="0" presId="urn:microsoft.com/office/officeart/2005/8/layout/orgChart1"/>
    <dgm:cxn modelId="{50A7FEE1-C269-804C-BBE2-6C1159D26B2B}" type="presOf" srcId="{41AB0C51-C974-E84E-8AC3-4645D91F2688}" destId="{1AD09DEF-7A27-D84B-9262-C99827400873}" srcOrd="0" destOrd="0" presId="urn:microsoft.com/office/officeart/2005/8/layout/orgChart1"/>
    <dgm:cxn modelId="{FC0DDEE2-9656-8049-B145-9343EB3E89B1}" type="presOf" srcId="{C37F2CDA-5A4A-F343-BB36-1A92D1E4DF12}" destId="{5D070976-5586-E346-8CD4-23196589C531}" srcOrd="0" destOrd="0" presId="urn:microsoft.com/office/officeart/2005/8/layout/orgChart1"/>
    <dgm:cxn modelId="{032449E6-DE29-B542-8FAE-4BB1DD9AFE5B}" type="presOf" srcId="{2A870828-5480-494B-B104-80DB0944328F}" destId="{2BE5CA8C-7A02-684F-B28A-F7DE69425815}" srcOrd="0" destOrd="0" presId="urn:microsoft.com/office/officeart/2005/8/layout/orgChart1"/>
    <dgm:cxn modelId="{2048B400-ED24-6E4B-A76F-6B2FFE5E95E4}" type="presParOf" srcId="{AEDD5BB7-18A2-1B46-85B3-5DA176CBE39F}" destId="{3E49DD61-EF07-784E-8953-3F56E8E48AED}" srcOrd="0" destOrd="0" presId="urn:microsoft.com/office/officeart/2005/8/layout/orgChart1"/>
    <dgm:cxn modelId="{0510D5F7-B464-C442-933D-EDB52F3B9EE2}" type="presParOf" srcId="{3E49DD61-EF07-784E-8953-3F56E8E48AED}" destId="{BB40C015-19E8-074B-B68B-D86CA15C046B}" srcOrd="0" destOrd="0" presId="urn:microsoft.com/office/officeart/2005/8/layout/orgChart1"/>
    <dgm:cxn modelId="{0F6D55CD-73BA-1941-8F7F-19974396B62D}" type="presParOf" srcId="{BB40C015-19E8-074B-B68B-D86CA15C046B}" destId="{596D8A73-026C-2647-AB47-E1BEFD11E878}" srcOrd="0" destOrd="0" presId="urn:microsoft.com/office/officeart/2005/8/layout/orgChart1"/>
    <dgm:cxn modelId="{CA891797-D3F1-8344-9397-C97023B3E99F}" type="presParOf" srcId="{BB40C015-19E8-074B-B68B-D86CA15C046B}" destId="{BE6ECFC9-8E9B-C042-BD9B-571DD8039B1A}" srcOrd="1" destOrd="0" presId="urn:microsoft.com/office/officeart/2005/8/layout/orgChart1"/>
    <dgm:cxn modelId="{6C3A1855-CFF9-584B-8FBD-59BB97FD86C7}" type="presParOf" srcId="{3E49DD61-EF07-784E-8953-3F56E8E48AED}" destId="{99547B65-EF0D-CC4B-A1F2-893D4C32CB9C}" srcOrd="1" destOrd="0" presId="urn:microsoft.com/office/officeart/2005/8/layout/orgChart1"/>
    <dgm:cxn modelId="{8E433B0E-1FAC-F74C-A8D9-581E7F0BDFDB}" type="presParOf" srcId="{99547B65-EF0D-CC4B-A1F2-893D4C32CB9C}" destId="{3573C663-5A04-9B4B-91F6-67C39BA2F555}" srcOrd="0" destOrd="0" presId="urn:microsoft.com/office/officeart/2005/8/layout/orgChart1"/>
    <dgm:cxn modelId="{19172E6D-713E-3042-A211-1B70B374D8B1}" type="presParOf" srcId="{99547B65-EF0D-CC4B-A1F2-893D4C32CB9C}" destId="{A73D2BF6-8295-DF47-A597-73B8EC1336F2}" srcOrd="1" destOrd="0" presId="urn:microsoft.com/office/officeart/2005/8/layout/orgChart1"/>
    <dgm:cxn modelId="{E245675B-9628-2F46-8C17-8F54F0CC41A5}" type="presParOf" srcId="{A73D2BF6-8295-DF47-A597-73B8EC1336F2}" destId="{AAAFD736-E4D4-7446-8336-8C6AA7E98CDD}" srcOrd="0" destOrd="0" presId="urn:microsoft.com/office/officeart/2005/8/layout/orgChart1"/>
    <dgm:cxn modelId="{31D285FF-2634-894A-A089-E16BA751392D}" type="presParOf" srcId="{AAAFD736-E4D4-7446-8336-8C6AA7E98CDD}" destId="{5D070976-5586-E346-8CD4-23196589C531}" srcOrd="0" destOrd="0" presId="urn:microsoft.com/office/officeart/2005/8/layout/orgChart1"/>
    <dgm:cxn modelId="{C3AFD308-A8AA-0645-A417-0E480B041DF5}" type="presParOf" srcId="{AAAFD736-E4D4-7446-8336-8C6AA7E98CDD}" destId="{569B639B-A821-7B41-93F2-BA218035E86B}" srcOrd="1" destOrd="0" presId="urn:microsoft.com/office/officeart/2005/8/layout/orgChart1"/>
    <dgm:cxn modelId="{4B966501-5C05-2E4B-99EA-F235B3F013A0}" type="presParOf" srcId="{A73D2BF6-8295-DF47-A597-73B8EC1336F2}" destId="{59ABEFE9-25D6-2845-892C-7475E44E8922}" srcOrd="1" destOrd="0" presId="urn:microsoft.com/office/officeart/2005/8/layout/orgChart1"/>
    <dgm:cxn modelId="{1033372B-9368-2B4F-8003-636A5ACDFA84}" type="presParOf" srcId="{A73D2BF6-8295-DF47-A597-73B8EC1336F2}" destId="{0DF5C1DB-AA5F-6C4B-868D-47C304F31453}" srcOrd="2" destOrd="0" presId="urn:microsoft.com/office/officeart/2005/8/layout/orgChart1"/>
    <dgm:cxn modelId="{27153DBF-0FAF-4949-B44A-1B7C37EE3C5C}" type="presParOf" srcId="{99547B65-EF0D-CC4B-A1F2-893D4C32CB9C}" destId="{2BE5CA8C-7A02-684F-B28A-F7DE69425815}" srcOrd="2" destOrd="0" presId="urn:microsoft.com/office/officeart/2005/8/layout/orgChart1"/>
    <dgm:cxn modelId="{C7310620-FE3E-114D-B71E-1ED7C1606A5D}" type="presParOf" srcId="{99547B65-EF0D-CC4B-A1F2-893D4C32CB9C}" destId="{C6E4D02A-EBAB-2B42-8890-2A07DD207388}" srcOrd="3" destOrd="0" presId="urn:microsoft.com/office/officeart/2005/8/layout/orgChart1"/>
    <dgm:cxn modelId="{D4307F03-D869-8F4C-9C82-D7B7A8AC4A4A}" type="presParOf" srcId="{C6E4D02A-EBAB-2B42-8890-2A07DD207388}" destId="{06FB3B1E-9AD7-9D4D-A3A0-89215C09BE87}" srcOrd="0" destOrd="0" presId="urn:microsoft.com/office/officeart/2005/8/layout/orgChart1"/>
    <dgm:cxn modelId="{C38F985C-D856-FE49-98A6-D7B9FF862E9D}" type="presParOf" srcId="{06FB3B1E-9AD7-9D4D-A3A0-89215C09BE87}" destId="{0361F4CF-7D20-0D49-82CA-D5A2FF9E713B}" srcOrd="0" destOrd="0" presId="urn:microsoft.com/office/officeart/2005/8/layout/orgChart1"/>
    <dgm:cxn modelId="{826B1C62-355C-DF46-A296-4F87922ABCF2}" type="presParOf" srcId="{06FB3B1E-9AD7-9D4D-A3A0-89215C09BE87}" destId="{6D448D9D-760C-8D4F-AE41-27CDC3D4C90D}" srcOrd="1" destOrd="0" presId="urn:microsoft.com/office/officeart/2005/8/layout/orgChart1"/>
    <dgm:cxn modelId="{D964A579-7F82-0B46-A10E-76DE695729D2}" type="presParOf" srcId="{C6E4D02A-EBAB-2B42-8890-2A07DD207388}" destId="{BA101F08-FBCE-D543-9D01-0DB9608B8E0A}" srcOrd="1" destOrd="0" presId="urn:microsoft.com/office/officeart/2005/8/layout/orgChart1"/>
    <dgm:cxn modelId="{79E97765-4785-8F48-BAF1-49C59753C4AB}" type="presParOf" srcId="{C6E4D02A-EBAB-2B42-8890-2A07DD207388}" destId="{8A80C612-45CC-D948-8E3E-502242DFBE76}" srcOrd="2" destOrd="0" presId="urn:microsoft.com/office/officeart/2005/8/layout/orgChart1"/>
    <dgm:cxn modelId="{EC9C2040-716B-7940-9AE7-20350BBC89CF}" type="presParOf" srcId="{99547B65-EF0D-CC4B-A1F2-893D4C32CB9C}" destId="{1AD09DEF-7A27-D84B-9262-C99827400873}" srcOrd="4" destOrd="0" presId="urn:microsoft.com/office/officeart/2005/8/layout/orgChart1"/>
    <dgm:cxn modelId="{2223C643-EAF4-574C-B54B-BF8BABA0BE51}" type="presParOf" srcId="{99547B65-EF0D-CC4B-A1F2-893D4C32CB9C}" destId="{8FACFE8F-A47A-774B-AD89-566C53E5F6F8}" srcOrd="5" destOrd="0" presId="urn:microsoft.com/office/officeart/2005/8/layout/orgChart1"/>
    <dgm:cxn modelId="{52B56CDB-4D8D-D64B-B737-6F80BE111B8B}" type="presParOf" srcId="{8FACFE8F-A47A-774B-AD89-566C53E5F6F8}" destId="{D91706B2-9C4A-A44B-9750-564C061D92D0}" srcOrd="0" destOrd="0" presId="urn:microsoft.com/office/officeart/2005/8/layout/orgChart1"/>
    <dgm:cxn modelId="{78B9DA72-4A6D-2142-9E37-A16AB5E4CADE}" type="presParOf" srcId="{D91706B2-9C4A-A44B-9750-564C061D92D0}" destId="{55FF49C9-5F1B-4C45-9C20-D204508A8A90}" srcOrd="0" destOrd="0" presId="urn:microsoft.com/office/officeart/2005/8/layout/orgChart1"/>
    <dgm:cxn modelId="{4D920067-A266-FE40-84BE-9134949A91A4}" type="presParOf" srcId="{D91706B2-9C4A-A44B-9750-564C061D92D0}" destId="{3FA60716-0F2C-3541-814C-E0898AE1E420}" srcOrd="1" destOrd="0" presId="urn:microsoft.com/office/officeart/2005/8/layout/orgChart1"/>
    <dgm:cxn modelId="{6424DC93-36A1-2944-A6FF-BDA573F2917E}" type="presParOf" srcId="{8FACFE8F-A47A-774B-AD89-566C53E5F6F8}" destId="{C8B2CA61-8D31-5840-9D83-F80DE1639C99}" srcOrd="1" destOrd="0" presId="urn:microsoft.com/office/officeart/2005/8/layout/orgChart1"/>
    <dgm:cxn modelId="{EE63C03B-5291-DE49-ACFB-703BA069D60E}" type="presParOf" srcId="{8FACFE8F-A47A-774B-AD89-566C53E5F6F8}" destId="{A6BCF41C-E436-C845-B5B1-4BC792D05FC5}" srcOrd="2" destOrd="0" presId="urn:microsoft.com/office/officeart/2005/8/layout/orgChart1"/>
    <dgm:cxn modelId="{3D0532ED-8F96-E546-8D9E-2B1C19225FE0}" type="presParOf" srcId="{99547B65-EF0D-CC4B-A1F2-893D4C32CB9C}" destId="{E91B7127-460D-C44C-B15D-110EA3C308D0}" srcOrd="6" destOrd="0" presId="urn:microsoft.com/office/officeart/2005/8/layout/orgChart1"/>
    <dgm:cxn modelId="{78BC862F-C897-6644-83CB-CA971F3DD979}" type="presParOf" srcId="{99547B65-EF0D-CC4B-A1F2-893D4C32CB9C}" destId="{6CE3A81F-43A9-F346-BEE0-A498087B74A5}" srcOrd="7" destOrd="0" presId="urn:microsoft.com/office/officeart/2005/8/layout/orgChart1"/>
    <dgm:cxn modelId="{D8F768CA-C07B-8145-ADEE-3AFCBFF1CF0F}" type="presParOf" srcId="{6CE3A81F-43A9-F346-BEE0-A498087B74A5}" destId="{F9098ABF-3C5A-7541-BDBF-67D40ACC454E}" srcOrd="0" destOrd="0" presId="urn:microsoft.com/office/officeart/2005/8/layout/orgChart1"/>
    <dgm:cxn modelId="{A841DF1D-5750-344E-9426-89C1F5DBBCB4}" type="presParOf" srcId="{F9098ABF-3C5A-7541-BDBF-67D40ACC454E}" destId="{FC6AE7BC-8530-1B47-96CB-02C54596C699}" srcOrd="0" destOrd="0" presId="urn:microsoft.com/office/officeart/2005/8/layout/orgChart1"/>
    <dgm:cxn modelId="{CFC05A5F-F51C-DB43-B50F-C4E4F56A6726}" type="presParOf" srcId="{F9098ABF-3C5A-7541-BDBF-67D40ACC454E}" destId="{8C484381-30DF-F94C-A186-2AE9E2D8D911}" srcOrd="1" destOrd="0" presId="urn:microsoft.com/office/officeart/2005/8/layout/orgChart1"/>
    <dgm:cxn modelId="{6F07F04C-C24E-9D44-BF2C-AD354C895406}" type="presParOf" srcId="{6CE3A81F-43A9-F346-BEE0-A498087B74A5}" destId="{5F24F811-4FBF-D944-B1C3-56C366C7F09C}" srcOrd="1" destOrd="0" presId="urn:microsoft.com/office/officeart/2005/8/layout/orgChart1"/>
    <dgm:cxn modelId="{8DF71A72-3929-9A46-AF1D-8057EEF645A6}" type="presParOf" srcId="{6CE3A81F-43A9-F346-BEE0-A498087B74A5}" destId="{FF9B6DCF-C5C4-0240-9F71-DA1D67D0BA00}" srcOrd="2" destOrd="0" presId="urn:microsoft.com/office/officeart/2005/8/layout/orgChart1"/>
    <dgm:cxn modelId="{DF2FFD50-A093-5245-98A9-BCA7685C471B}" type="presParOf" srcId="{3E49DD61-EF07-784E-8953-3F56E8E48AED}" destId="{0998D56B-D9DD-C946-87EA-82F59777D6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5CA8C-7A02-684F-B28A-F7DE69425815}">
      <dsp:nvSpPr>
        <dsp:cNvPr id="0" name=""/>
        <dsp:cNvSpPr/>
      </dsp:nvSpPr>
      <dsp:spPr>
        <a:xfrm>
          <a:off x="5029199" y="1662627"/>
          <a:ext cx="2009377" cy="697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734"/>
              </a:lnTo>
              <a:lnTo>
                <a:pt x="2009377" y="348734"/>
              </a:lnTo>
              <a:lnTo>
                <a:pt x="2009377" y="6974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C663-5A04-9B4B-91F6-67C39BA2F555}">
      <dsp:nvSpPr>
        <dsp:cNvPr id="0" name=""/>
        <dsp:cNvSpPr/>
      </dsp:nvSpPr>
      <dsp:spPr>
        <a:xfrm>
          <a:off x="3019822" y="1662627"/>
          <a:ext cx="2009377" cy="697469"/>
        </a:xfrm>
        <a:custGeom>
          <a:avLst/>
          <a:gdLst/>
          <a:ahLst/>
          <a:cxnLst/>
          <a:rect l="0" t="0" r="0" b="0"/>
          <a:pathLst>
            <a:path>
              <a:moveTo>
                <a:pt x="2009377" y="0"/>
              </a:moveTo>
              <a:lnTo>
                <a:pt x="2009377" y="348734"/>
              </a:lnTo>
              <a:lnTo>
                <a:pt x="0" y="348734"/>
              </a:lnTo>
              <a:lnTo>
                <a:pt x="0" y="6974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D8A73-026C-2647-AB47-E1BEFD11E878}">
      <dsp:nvSpPr>
        <dsp:cNvPr id="0" name=""/>
        <dsp:cNvSpPr/>
      </dsp:nvSpPr>
      <dsp:spPr>
        <a:xfrm>
          <a:off x="3368557" y="1984"/>
          <a:ext cx="3321285" cy="1660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Classification</a:t>
          </a:r>
        </a:p>
      </dsp:txBody>
      <dsp:txXfrm>
        <a:off x="3368557" y="1984"/>
        <a:ext cx="3321285" cy="1660642"/>
      </dsp:txXfrm>
    </dsp:sp>
    <dsp:sp modelId="{5D070976-5586-E346-8CD4-23196589C531}">
      <dsp:nvSpPr>
        <dsp:cNvPr id="0" name=""/>
        <dsp:cNvSpPr/>
      </dsp:nvSpPr>
      <dsp:spPr>
        <a:xfrm>
          <a:off x="1359179" y="2360097"/>
          <a:ext cx="3321285" cy="1660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Binary</a:t>
          </a:r>
        </a:p>
      </dsp:txBody>
      <dsp:txXfrm>
        <a:off x="1359179" y="2360097"/>
        <a:ext cx="3321285" cy="1660642"/>
      </dsp:txXfrm>
    </dsp:sp>
    <dsp:sp modelId="{0361F4CF-7D20-0D49-82CA-D5A2FF9E713B}">
      <dsp:nvSpPr>
        <dsp:cNvPr id="0" name=""/>
        <dsp:cNvSpPr/>
      </dsp:nvSpPr>
      <dsp:spPr>
        <a:xfrm>
          <a:off x="5377934" y="2360097"/>
          <a:ext cx="3321285" cy="1660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Multi-class</a:t>
          </a:r>
        </a:p>
      </dsp:txBody>
      <dsp:txXfrm>
        <a:off x="5377934" y="2360097"/>
        <a:ext cx="3321285" cy="16606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B7127-460D-C44C-B15D-110EA3C308D0}">
      <dsp:nvSpPr>
        <dsp:cNvPr id="0" name=""/>
        <dsp:cNvSpPr/>
      </dsp:nvSpPr>
      <dsp:spPr>
        <a:xfrm>
          <a:off x="5029199" y="1783492"/>
          <a:ext cx="3938900" cy="455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870"/>
              </a:lnTo>
              <a:lnTo>
                <a:pt x="3938900" y="227870"/>
              </a:lnTo>
              <a:lnTo>
                <a:pt x="3938900" y="4557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D09DEF-7A27-D84B-9262-C99827400873}">
      <dsp:nvSpPr>
        <dsp:cNvPr id="0" name=""/>
        <dsp:cNvSpPr/>
      </dsp:nvSpPr>
      <dsp:spPr>
        <a:xfrm>
          <a:off x="5029199" y="1783492"/>
          <a:ext cx="1312966" cy="455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870"/>
              </a:lnTo>
              <a:lnTo>
                <a:pt x="1312966" y="227870"/>
              </a:lnTo>
              <a:lnTo>
                <a:pt x="1312966" y="4557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5CA8C-7A02-684F-B28A-F7DE69425815}">
      <dsp:nvSpPr>
        <dsp:cNvPr id="0" name=""/>
        <dsp:cNvSpPr/>
      </dsp:nvSpPr>
      <dsp:spPr>
        <a:xfrm>
          <a:off x="3716233" y="1783492"/>
          <a:ext cx="1312966" cy="455740"/>
        </a:xfrm>
        <a:custGeom>
          <a:avLst/>
          <a:gdLst/>
          <a:ahLst/>
          <a:cxnLst/>
          <a:rect l="0" t="0" r="0" b="0"/>
          <a:pathLst>
            <a:path>
              <a:moveTo>
                <a:pt x="1312966" y="0"/>
              </a:moveTo>
              <a:lnTo>
                <a:pt x="1312966" y="227870"/>
              </a:lnTo>
              <a:lnTo>
                <a:pt x="0" y="227870"/>
              </a:lnTo>
              <a:lnTo>
                <a:pt x="0" y="4557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C663-5A04-9B4B-91F6-67C39BA2F555}">
      <dsp:nvSpPr>
        <dsp:cNvPr id="0" name=""/>
        <dsp:cNvSpPr/>
      </dsp:nvSpPr>
      <dsp:spPr>
        <a:xfrm>
          <a:off x="1090299" y="1783492"/>
          <a:ext cx="3938900" cy="455740"/>
        </a:xfrm>
        <a:custGeom>
          <a:avLst/>
          <a:gdLst/>
          <a:ahLst/>
          <a:cxnLst/>
          <a:rect l="0" t="0" r="0" b="0"/>
          <a:pathLst>
            <a:path>
              <a:moveTo>
                <a:pt x="3938900" y="0"/>
              </a:moveTo>
              <a:lnTo>
                <a:pt x="3938900" y="227870"/>
              </a:lnTo>
              <a:lnTo>
                <a:pt x="0" y="227870"/>
              </a:lnTo>
              <a:lnTo>
                <a:pt x="0" y="4557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D8A73-026C-2647-AB47-E1BEFD11E878}">
      <dsp:nvSpPr>
        <dsp:cNvPr id="0" name=""/>
        <dsp:cNvSpPr/>
      </dsp:nvSpPr>
      <dsp:spPr>
        <a:xfrm>
          <a:off x="3944103" y="698395"/>
          <a:ext cx="2170193" cy="1085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Kernels</a:t>
          </a:r>
        </a:p>
      </dsp:txBody>
      <dsp:txXfrm>
        <a:off x="3944103" y="698395"/>
        <a:ext cx="2170193" cy="1085096"/>
      </dsp:txXfrm>
    </dsp:sp>
    <dsp:sp modelId="{5D070976-5586-E346-8CD4-23196589C531}">
      <dsp:nvSpPr>
        <dsp:cNvPr id="0" name=""/>
        <dsp:cNvSpPr/>
      </dsp:nvSpPr>
      <dsp:spPr>
        <a:xfrm>
          <a:off x="5202" y="2239232"/>
          <a:ext cx="2170193" cy="1085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Linear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(Straight Line)</a:t>
          </a:r>
        </a:p>
      </dsp:txBody>
      <dsp:txXfrm>
        <a:off x="5202" y="2239232"/>
        <a:ext cx="2170193" cy="1085096"/>
      </dsp:txXfrm>
    </dsp:sp>
    <dsp:sp modelId="{0361F4CF-7D20-0D49-82CA-D5A2FF9E713B}">
      <dsp:nvSpPr>
        <dsp:cNvPr id="0" name=""/>
        <dsp:cNvSpPr/>
      </dsp:nvSpPr>
      <dsp:spPr>
        <a:xfrm>
          <a:off x="2631136" y="2239232"/>
          <a:ext cx="2170193" cy="1085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Polynomial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(Curved)	</a:t>
          </a:r>
        </a:p>
      </dsp:txBody>
      <dsp:txXfrm>
        <a:off x="2631136" y="2239232"/>
        <a:ext cx="2170193" cy="1085096"/>
      </dsp:txXfrm>
    </dsp:sp>
    <dsp:sp modelId="{55FF49C9-5F1B-4C45-9C20-D204508A8A90}">
      <dsp:nvSpPr>
        <dsp:cNvPr id="0" name=""/>
        <dsp:cNvSpPr/>
      </dsp:nvSpPr>
      <dsp:spPr>
        <a:xfrm>
          <a:off x="5257070" y="2239232"/>
          <a:ext cx="2170193" cy="1085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Gaussian “RBF”</a:t>
          </a:r>
        </a:p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(Flexible)</a:t>
          </a:r>
        </a:p>
      </dsp:txBody>
      <dsp:txXfrm>
        <a:off x="5257070" y="2239232"/>
        <a:ext cx="2170193" cy="1085096"/>
      </dsp:txXfrm>
    </dsp:sp>
    <dsp:sp modelId="{FC6AE7BC-8530-1B47-96CB-02C54596C699}">
      <dsp:nvSpPr>
        <dsp:cNvPr id="0" name=""/>
        <dsp:cNvSpPr/>
      </dsp:nvSpPr>
      <dsp:spPr>
        <a:xfrm>
          <a:off x="7883003" y="2239232"/>
          <a:ext cx="2170193" cy="1085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Sigmoid</a:t>
          </a:r>
        </a:p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(Similar to NN)</a:t>
          </a:r>
        </a:p>
      </dsp:txBody>
      <dsp:txXfrm>
        <a:off x="7883003" y="2239232"/>
        <a:ext cx="2170193" cy="1085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38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4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00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4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1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8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0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6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1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0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221894-F536-4D00-BB44-A272D401C23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7F80A2-8C8B-48AB-885E-8BA8F80CF9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4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FC94-47BC-B687-54EA-667549D62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57FAF-91FE-724F-3C13-06FAF0F5FE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7 : Support Vector machine</a:t>
            </a:r>
          </a:p>
        </p:txBody>
      </p:sp>
    </p:spTree>
    <p:extLst>
      <p:ext uri="{BB962C8B-B14F-4D97-AF65-F5344CB8AC3E}">
        <p14:creationId xmlns:p14="http://schemas.microsoft.com/office/powerpoint/2010/main" val="107285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3AD-C387-BA9C-3EDE-7E7CB71B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Classification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28B921-F1D8-2777-784D-69588ABBF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50246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79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CAA2-9E75-9CCB-6838-D0BC8D60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  <a:endParaRPr lang="en-EG" dirty="0"/>
          </a:p>
        </p:txBody>
      </p:sp>
      <p:pic>
        <p:nvPicPr>
          <p:cNvPr id="3" name="Picture 2" descr="What is a Support Vector Machine? - Datatron">
            <a:extLst>
              <a:ext uri="{FF2B5EF4-FFF2-40B4-BE49-F238E27FC236}">
                <a16:creationId xmlns:a16="http://schemas.microsoft.com/office/drawing/2014/main" id="{217E2022-06CB-476E-B116-698E33FF3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65947"/>
            <a:ext cx="97536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07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2DC2-8795-E8F2-7BCF-D13A22BA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SVM VS. LINEAR REGRESSION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F1DD93-1F59-8C5D-FE2B-5D850B3D82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777365"/>
              </p:ext>
            </p:extLst>
          </p:nvPr>
        </p:nvGraphicFramePr>
        <p:xfrm>
          <a:off x="1096963" y="1846263"/>
          <a:ext cx="100583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2646840382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021356163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342618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SVM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7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Classification or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47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Linear or non-linear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Optimize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Least square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r>
                        <a:rPr lang="en-EG" dirty="0"/>
                        <a:t>aximum 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00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Sensitive to outliers (Noise)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Less 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Easier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More 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36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65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B026-6366-4C2B-F236-8B0C412D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  <a:r>
              <a:rPr lang="en-EG" dirty="0"/>
              <a:t>: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B6E6-E7BE-FC8C-39B3-C43838909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Focuses on margins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/>
              <a:t>Finding optimal hyperplane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/>
              <a:t>Widest margin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Less sensitive to outliers</a:t>
            </a:r>
          </a:p>
        </p:txBody>
      </p:sp>
    </p:spTree>
    <p:extLst>
      <p:ext uri="{BB962C8B-B14F-4D97-AF65-F5344CB8AC3E}">
        <p14:creationId xmlns:p14="http://schemas.microsoft.com/office/powerpoint/2010/main" val="424792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B026-6366-4C2B-F236-8B0C412D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  <a:r>
              <a:rPr lang="en-EG" dirty="0"/>
              <a:t>: 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B6E6-E7BE-FC8C-39B3-C43838909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 High-dimensional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Robust to noise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Generalization performance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Non-linear relationship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Memory efficient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Performance efficient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Classification and regression</a:t>
            </a:r>
            <a:endParaRPr lang="en-EG" sz="2800" dirty="0"/>
          </a:p>
        </p:txBody>
      </p:sp>
    </p:spTree>
    <p:extLst>
      <p:ext uri="{BB962C8B-B14F-4D97-AF65-F5344CB8AC3E}">
        <p14:creationId xmlns:p14="http://schemas.microsoft.com/office/powerpoint/2010/main" val="150076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B026-6366-4C2B-F236-8B0C412D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  <a:r>
              <a:rPr lang="en-EG" dirty="0"/>
              <a:t>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B6E6-E7BE-FC8C-39B3-C43838909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Computational cost for large dataset.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Requires Kernel selection and tuning.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Interpretability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Sensitive to feature scaling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Not ideal for missing data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dirty="0"/>
              <a:t>Potential to overfitting</a:t>
            </a:r>
          </a:p>
        </p:txBody>
      </p:sp>
    </p:spTree>
    <p:extLst>
      <p:ext uri="{BB962C8B-B14F-4D97-AF65-F5344CB8AC3E}">
        <p14:creationId xmlns:p14="http://schemas.microsoft.com/office/powerpoint/2010/main" val="88556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3AD-C387-BA9C-3EDE-7E7CB71B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Types of Kernels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28B921-F1D8-2777-784D-69588ABBF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118666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836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5179-FD7B-C06B-C5A6-656603B2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AB119-F841-2DB9-CC57-081600224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89" y="2434907"/>
            <a:ext cx="4732104" cy="2826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596ED8-123E-8C74-F562-6015C2617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531" y="2629967"/>
            <a:ext cx="6159514" cy="25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9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4B6E-59FC-2E07-7FC0-8C32CF59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95803-201E-7BEE-36AC-07AEEC49C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B66D397-911F-72E9-CD73-21F224942A4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Controls strictness</a:t>
                </a:r>
              </a:p>
              <a:p>
                <a:r>
                  <a:rPr lang="en-US" dirty="0"/>
                  <a:t>High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overfitting</a:t>
                </a:r>
              </a:p>
              <a:p>
                <a:r>
                  <a:rPr lang="en-US" dirty="0"/>
                  <a:t>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underfitting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B66D397-911F-72E9-CD73-21F224942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235" t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3A69AF-F105-CF11-0451-5F90E4462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6D61629-D048-6D66-29FC-53C52B1DBD1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Controls Curve Complexity</a:t>
                </a:r>
              </a:p>
              <a:p>
                <a:r>
                  <a:rPr lang="en-US" dirty="0"/>
                  <a:t>High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Very Wiggly</a:t>
                </a:r>
              </a:p>
              <a:p>
                <a:r>
                  <a:rPr lang="en-US" dirty="0"/>
                  <a:t>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Smooth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6D61629-D048-6D66-29FC-53C52B1DB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235" t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0613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116</TotalTime>
  <Words>167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Retrospect</vt:lpstr>
      <vt:lpstr>Machine Learning</vt:lpstr>
      <vt:lpstr>Classification</vt:lpstr>
      <vt:lpstr>Support Vector Machine</vt:lpstr>
      <vt:lpstr>SVM VS. LINEAR REGRESSION</vt:lpstr>
      <vt:lpstr>SVM: Characteristics</vt:lpstr>
      <vt:lpstr>SVM: Strengths</vt:lpstr>
      <vt:lpstr>SVM: Limitations</vt:lpstr>
      <vt:lpstr>Types of Kernels</vt:lpstr>
      <vt:lpstr>Kernels</vt:lpstr>
      <vt:lpstr>Hyperparameters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Momen Ibrahem Mohamed</dc:creator>
  <cp:lastModifiedBy>Mazen Ashraf</cp:lastModifiedBy>
  <cp:revision>12</cp:revision>
  <dcterms:created xsi:type="dcterms:W3CDTF">2024-02-10T06:23:36Z</dcterms:created>
  <dcterms:modified xsi:type="dcterms:W3CDTF">2026-04-15T06:11:00Z</dcterms:modified>
</cp:coreProperties>
</file>